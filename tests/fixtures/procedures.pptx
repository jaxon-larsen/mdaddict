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fb22e3b9742bc" /><Relationship Type="http://schemas.openxmlformats.org/officeDocument/2006/relationships/extended-properties" Target="/docProps/app.xml" Id="Rd8a405b7737e4572" /><Relationship Type="http://schemas.openxmlformats.org/officeDocument/2006/relationships/officeDocument" Target="/ppt/presentation.xml" Id="R0e2841f015a5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16b7d90f44199"/>
  </p:sldMasterIdLst>
  <p:notesMasterIdLst>
    <p:notesMasterId xmlns:r="http://schemas.openxmlformats.org/officeDocument/2006/relationships" r:id="Rb0ac1b75387340bc"/>
  </p:notesMasterIdLst>
  <p:sldIdLst>
    <p:sldId xmlns:r="http://schemas.openxmlformats.org/officeDocument/2006/relationships" id="256" r:id="R9a87aa211ca14d87"/>
    <p:sldId xmlns:r="http://schemas.openxmlformats.org/officeDocument/2006/relationships" id="257" r:id="R7fd6e670df6448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07b62903ff449c" /><Relationship Type="http://schemas.openxmlformats.org/officeDocument/2006/relationships/slideMaster" Target="/ppt/slideMasters/slideMaster1.xml" Id="Rac616b7d90f44199" /><Relationship Type="http://schemas.openxmlformats.org/officeDocument/2006/relationships/notesMaster" Target="/ppt/notesMasters/notesMaster1.xml" Id="Rb0ac1b75387340bc" /><Relationship Type="http://schemas.openxmlformats.org/officeDocument/2006/relationships/presProps" Target="/ppt/presProps.xml" Id="R323cef4104134e95" /><Relationship Type="http://schemas.openxmlformats.org/officeDocument/2006/relationships/tableStyles" Target="/ppt/tableStyles.xml" Id="Re1736b062a5b4d72" /><Relationship Type="http://schemas.openxmlformats.org/officeDocument/2006/relationships/slide" Target="/ppt/slides/slide1.xml" Id="R9a87aa211ca14d87" /><Relationship Type="http://schemas.openxmlformats.org/officeDocument/2006/relationships/slide" Target="/ppt/slides/slide2.xml" Id="R7fd6e670df64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542e49ad843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b3a1ee36c4fa7" /><Relationship Type="http://schemas.openxmlformats.org/officeDocument/2006/relationships/notesMaster" Target="/ppt/notesMasters/notesMaster1.xml" Id="Re0e598baa7f246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073df66e548bc" /><Relationship Type="http://schemas.openxmlformats.org/officeDocument/2006/relationships/notesMaster" Target="/ppt/notesMasters/notesMaster1.xml" Id="Rda3c9d5b3a01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3cbb55dfe4b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554032de747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8aa16282f4f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76ae331cd44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f1e99309d46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143f3b38e48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9413A-8C84-4234-8687-18EB9242C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F1A859-42C5-4011-83DB-58041A478C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7E4438-F4DB-41CF-A691-C0132A4A1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8F8F2B-AE80-4AE2-9C4B-ABB95B410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96E710-F329-4DBD-837B-1E4BBD328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EB14EF-1E45-4794-AEBF-7E8209D1F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460AA2-C929-4F61-8E3C-17B15FAF48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B71563-04F6-4F6D-8CFD-141E3D3CA9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541270-8839-470A-9EEE-2A00A9501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9F9378-53E7-4DE4-9736-492F76BF5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0ed69e58604e17" /><Relationship Type="http://schemas.openxmlformats.org/officeDocument/2006/relationships/slideLayout" Target="/ppt/slideLayouts/slideLayout1.xml" Id="Rcfe4a713928846c6" /><Relationship Type="http://schemas.openxmlformats.org/officeDocument/2006/relationships/slideLayout" Target="/ppt/slideLayouts/slideLayout2.xml" Id="R5c29bd261f2045ae" /><Relationship Type="http://schemas.openxmlformats.org/officeDocument/2006/relationships/slideLayout" Target="/ppt/slideLayouts/slideLayout3.xml" Id="R78f520273d764208" /><Relationship Type="http://schemas.openxmlformats.org/officeDocument/2006/relationships/slideLayout" Target="/ppt/slideLayouts/slideLayout4.xml" Id="R1d271914ed634cb9" /><Relationship Type="http://schemas.openxmlformats.org/officeDocument/2006/relationships/slideLayout" Target="/ppt/slideLayouts/slideLayout5.xml" Id="R2e909863271f4ef6" /><Relationship Type="http://schemas.openxmlformats.org/officeDocument/2006/relationships/slideLayout" Target="/ppt/slideLayouts/slideLayout6.xml" Id="Rd338b83baaa949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4a713928846c6"/>
    <p:sldLayoutId xmlns:r="http://schemas.openxmlformats.org/officeDocument/2006/relationships" id="2147483650" r:id="R5c29bd261f2045ae"/>
    <p:sldLayoutId xmlns:r="http://schemas.openxmlformats.org/officeDocument/2006/relationships" id="2147483651" r:id="R78f520273d764208"/>
    <p:sldLayoutId xmlns:r="http://schemas.openxmlformats.org/officeDocument/2006/relationships" id="2147483652" r:id="R1d271914ed634cb9"/>
    <p:sldLayoutId xmlns:r="http://schemas.openxmlformats.org/officeDocument/2006/relationships" id="2147483653" r:id="R2e909863271f4ef6"/>
    <p:sldLayoutId xmlns:r="http://schemas.openxmlformats.org/officeDocument/2006/relationships" id="2147483654" r:id="Rd338b83baaa949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1c982f6854954" /><Relationship Type="http://schemas.openxmlformats.org/officeDocument/2006/relationships/notesSlide" Target="/ppt/notesSlides/notesSlide1.xml" Id="R7d650239f45c47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98b4c6eb24b91" /><Relationship Type="http://schemas.openxmlformats.org/officeDocument/2006/relationships/notesSlide" Target="/ppt/notesSlides/notesSlide2.xml" Id="Ra8c924e292f5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74114-FF5A-429C-B711-B0A6A76D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Measurement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57CD-06A4-4FB1-897A-159475F3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Keep the units.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58658-7B50-4AC2-B240-BAB81F3D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Report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E3753-F32B-4BAE-925F-9FE9CD95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Calibrate the instrument.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4C550-61E2-4EA9-BB2E-B99D014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Record the value.</a:t>
            </a:r>
          </a:p>
        </p:txBody>
      </p:sp>
    </p:spTree>
    <p:extLst>
      <p:ext uri="{BB962C8B-B14F-4D97-AF65-F5344CB8AC3E}">
        <p14:creationId xmlns:p14="http://schemas.microsoft.com/office/powerpoint/2010/main" val="363859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8EC87-39BE-49C7-B884-B69E4FB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3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Comparison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7D7AF-4F95-49C4-A5B7-3A6F15D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Match the units.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54749-2AE3-45D7-9343-A86C64C9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Check the temperature.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8B9C7-6F17-439A-8D33-3FA7AF66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Preserve the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3573D-BBF2-48BA-90BE-DD2A8530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Compare the values.</a:t>
            </a:r>
          </a:p>
        </p:txBody>
      </p:sp>
    </p:spTree>
    <p:extLst>
      <p:ext uri="{BB962C8B-B14F-4D97-AF65-F5344CB8AC3E}">
        <p14:creationId xmlns:p14="http://schemas.microsoft.com/office/powerpoint/2010/main" val="638993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2026-10-12T21:43:04.9240000Z</dcterms:created>
  <dcterms:modified xsi:type="dcterms:W3CDTF">2026-10-12T21:43:04.9240000Z</dcterms:modified>
</coreProperties>
</file>