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f99405465343c1" /><Relationship Type="http://schemas.openxmlformats.org/officeDocument/2006/relationships/extended-properties" Target="/docProps/app.xml" Id="Re9e467f2606f477e" /><Relationship Type="http://schemas.openxmlformats.org/officeDocument/2006/relationships/officeDocument" Target="/ppt/presentation.xml" Id="R89ccd56ec8724d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278896b3034f97"/>
  </p:sldMasterIdLst>
  <p:notesMasterIdLst>
    <p:notesMasterId xmlns:r="http://schemas.openxmlformats.org/officeDocument/2006/relationships" r:id="Rcc71a9ba058447f2"/>
  </p:notesMasterIdLst>
  <p:sldIdLst>
    <p:sldId xmlns:r="http://schemas.openxmlformats.org/officeDocument/2006/relationships" id="256" r:id="R40f0853ec83f49f6"/>
    <p:sldId xmlns:r="http://schemas.openxmlformats.org/officeDocument/2006/relationships" id="257" r:id="R5ea92d668bba4fc4"/>
    <p:sldId xmlns:r="http://schemas.openxmlformats.org/officeDocument/2006/relationships" id="258" r:id="Rf7a3fa69bb854527"/>
    <p:sldId xmlns:r="http://schemas.openxmlformats.org/officeDocument/2006/relationships" id="259" r:id="Rbf872d81e0f74196"/>
    <p:sldId xmlns:r="http://schemas.openxmlformats.org/officeDocument/2006/relationships" id="260" r:id="R70e12b0ef2f448e0"/>
    <p:sldId xmlns:r="http://schemas.openxmlformats.org/officeDocument/2006/relationships" id="261" r:id="Rd7f15cf0d9a74a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ceb8e7c6e5410e" /><Relationship Type="http://schemas.openxmlformats.org/officeDocument/2006/relationships/slideMaster" Target="/ppt/slideMasters/slideMaster1.xml" Id="R20278896b3034f97" /><Relationship Type="http://schemas.openxmlformats.org/officeDocument/2006/relationships/notesMaster" Target="/ppt/notesMasters/notesMaster1.xml" Id="Rcc71a9ba058447f2" /><Relationship Type="http://schemas.openxmlformats.org/officeDocument/2006/relationships/presProps" Target="/ppt/presProps.xml" Id="R777b5808b24a40fb" /><Relationship Type="http://schemas.openxmlformats.org/officeDocument/2006/relationships/tableStyles" Target="/ppt/tableStyles.xml" Id="Raf877e2a3a68482f" /><Relationship Type="http://schemas.openxmlformats.org/officeDocument/2006/relationships/slide" Target="/ppt/slides/slide1.xml" Id="R40f0853ec83f49f6" /><Relationship Type="http://schemas.openxmlformats.org/officeDocument/2006/relationships/slide" Target="/ppt/slides/slide2.xml" Id="R5ea92d668bba4fc4" /><Relationship Type="http://schemas.openxmlformats.org/officeDocument/2006/relationships/slide" Target="/ppt/slides/slide3.xml" Id="Rf7a3fa69bb854527" /><Relationship Type="http://schemas.openxmlformats.org/officeDocument/2006/relationships/slide" Target="/ppt/slides/slide4.xml" Id="Rbf872d81e0f74196" /><Relationship Type="http://schemas.openxmlformats.org/officeDocument/2006/relationships/slide" Target="/ppt/slides/slide5.xml" Id="R70e12b0ef2f448e0" /><Relationship Type="http://schemas.openxmlformats.org/officeDocument/2006/relationships/slide" Target="/ppt/slides/slide6.xml" Id="Rd7f15cf0d9a74a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6e39ae95b740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66b89c62714943" /><Relationship Type="http://schemas.openxmlformats.org/officeDocument/2006/relationships/notesMaster" Target="/ppt/notesMasters/notesMaster1.xml" Id="Rfeb0a2af4c8c41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9c3892f1424bc2" /><Relationship Type="http://schemas.openxmlformats.org/officeDocument/2006/relationships/notesMaster" Target="/ppt/notesMasters/notesMaster1.xml" Id="Rb18c83b7809d45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0fe086d4ef4c34" /><Relationship Type="http://schemas.openxmlformats.org/officeDocument/2006/relationships/notesMaster" Target="/ppt/notesMasters/notesMaster1.xml" Id="R16e541304a3a43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464d06643e4351" /><Relationship Type="http://schemas.openxmlformats.org/officeDocument/2006/relationships/notesMaster" Target="/ppt/notesMasters/notesMaster1.xml" Id="Rfbeeec043e5b4c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2e8f3d74ff4252" /><Relationship Type="http://schemas.openxmlformats.org/officeDocument/2006/relationships/notesMaster" Target="/ppt/notesMasters/notesMaster1.xml" Id="R2b4a9138999a47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8b7335b3a942f5" /><Relationship Type="http://schemas.openxmlformats.org/officeDocument/2006/relationships/notesMaster" Target="/ppt/notesMasters/notesMaster1.xml" Id="Re295e1ec038d45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9c7bd448e441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81285d4f64a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fe2cdfa6b45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f2e309edd42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3a3485b10e48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05f0e886c4c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326F48-EAFD-4644-9514-F5F06EEDE9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5491FB-F988-4A1C-B2CD-CCA6A53DDD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397736-2F71-4BFA-AB84-C08269B327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5FA626-9780-482B-8E2D-77170D5F6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C8DDC5-E87E-4589-A33F-C3AF021E2E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0D5F90-2A4D-4197-8A2A-46C9127C0B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2A8B11-36A8-4CD0-B243-DC436E38C8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05DBEE-D541-4E7F-ABCE-669510EDCD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392BF8-5ADF-4F86-908C-877616D3A2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D67DE8-C063-46DC-8818-CC78307F4C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75963310de4b66" /><Relationship Type="http://schemas.openxmlformats.org/officeDocument/2006/relationships/slideLayout" Target="/ppt/slideLayouts/slideLayout1.xml" Id="R0bdbbfaa19cb4216" /><Relationship Type="http://schemas.openxmlformats.org/officeDocument/2006/relationships/slideLayout" Target="/ppt/slideLayouts/slideLayout2.xml" Id="R3fd647b0e63b4a2c" /><Relationship Type="http://schemas.openxmlformats.org/officeDocument/2006/relationships/slideLayout" Target="/ppt/slideLayouts/slideLayout3.xml" Id="Rfeb32ef288ee4211" /><Relationship Type="http://schemas.openxmlformats.org/officeDocument/2006/relationships/slideLayout" Target="/ppt/slideLayouts/slideLayout4.xml" Id="R9f7d6d2051b7428f" /><Relationship Type="http://schemas.openxmlformats.org/officeDocument/2006/relationships/slideLayout" Target="/ppt/slideLayouts/slideLayout5.xml" Id="R78787d041dfa4ae6" /><Relationship Type="http://schemas.openxmlformats.org/officeDocument/2006/relationships/slideLayout" Target="/ppt/slideLayouts/slideLayout6.xml" Id="Rfd8f6754b6d14a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dbbfaa19cb4216"/>
    <p:sldLayoutId xmlns:r="http://schemas.openxmlformats.org/officeDocument/2006/relationships" id="2147483650" r:id="R3fd647b0e63b4a2c"/>
    <p:sldLayoutId xmlns:r="http://schemas.openxmlformats.org/officeDocument/2006/relationships" id="2147483651" r:id="Rfeb32ef288ee4211"/>
    <p:sldLayoutId xmlns:r="http://schemas.openxmlformats.org/officeDocument/2006/relationships" id="2147483652" r:id="R9f7d6d2051b7428f"/>
    <p:sldLayoutId xmlns:r="http://schemas.openxmlformats.org/officeDocument/2006/relationships" id="2147483653" r:id="R78787d041dfa4ae6"/>
    <p:sldLayoutId xmlns:r="http://schemas.openxmlformats.org/officeDocument/2006/relationships" id="2147483654" r:id="Rfd8f6754b6d14a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3476a961384071" /><Relationship Type="http://schemas.openxmlformats.org/officeDocument/2006/relationships/notesSlide" Target="/ppt/notesSlides/notesSlide1.xml" Id="Re3dd0b2b2bba4b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23748d26e74c68" /><Relationship Type="http://schemas.openxmlformats.org/officeDocument/2006/relationships/notesSlide" Target="/ppt/notesSlides/notesSlide2.xml" Id="R85e5e4383bb648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087d1bb40b4095" /><Relationship Type="http://schemas.openxmlformats.org/officeDocument/2006/relationships/notesSlide" Target="/ppt/notesSlides/notesSlide3.xml" Id="R4ca70e986bde46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4818f61a8f41a2" /><Relationship Type="http://schemas.openxmlformats.org/officeDocument/2006/relationships/notesSlide" Target="/ppt/notesSlides/notesSlide4.xml" Id="R76fcfacfbab241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fd4161653444c" /><Relationship Type="http://schemas.openxmlformats.org/officeDocument/2006/relationships/notesSlide" Target="/ppt/notesSlides/notesSlide5.xml" Id="R6f498af8dd8642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6c965579a0490b" /><Relationship Type="http://schemas.openxmlformats.org/officeDocument/2006/relationships/image" Target="/ppt/media/image.png" Id="R949549c3345448e9" /><Relationship Type="http://schemas.openxmlformats.org/officeDocument/2006/relationships/notesSlide" Target="/ppt/notesSlides/notesSlide6.xml" Id="R91fef294978e46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26440-3FFE-4B7E-8789-F56A25EC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3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Conditions and native equations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39871-E8B7-425A-B0C2-BB38673E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Use this equation only when x is nonnegative.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0AA99-FFD1-46BD-8207-582FCF34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14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0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14:m xmlns:a14="http://schemas.microsoft.com/office/drawing/2010/main">
              <m:oMath xmlns:m="http://schemas.openxmlformats.org/officeDocument/2006/math" xmlns:w="http://schemas.openxmlformats.org/wordprocessingml/2006/main" xmlns:r="http://schemas.openxmlformats.org/officeDocument/2006/relationships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<m:r>
                  <a:rPr sz="3000"/>
                  <m:t>y</m:t>
                </m:r>
                <m:r>
                  <a:rPr sz="3000"/>
                  <m:rPr>
                    <m:sty m:val="p"/>
                  </m:rPr>
                  <m:t>=</m:t>
                </m:r>
                <m:f>
                  <m:fPr>
                    <m:type m:val="bar"/>
                  </m:fPr>
                  <m:num>
                    <m:r>
                      <a:rPr sz="3000"/>
                      <m:t>x</m:t>
                    </m:r>
                    <m:r>
                      <a:rPr sz="3000"/>
                      <m:rPr>
                        <m:sty m:val="p"/>
                      </m:rPr>
                      <m:t>+</m:t>
                    </m:r>
                    <m:r>
                      <a:rPr sz="3000"/>
                      <m:t>1</m:t>
                    </m:r>
                  </m:num>
                  <m:den>
                    <m:r>
                      <a:rPr sz="3000"/>
                      <m:t>2</m:t>
                    </m:r>
                  </m:den>
                </m:f>
              </m:oMath>
            </a14:m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44443-C24A-4FD1-BAE4-B504641F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numerator includes x plus 1.</a:t>
            </a:r>
          </a:p>
        </p:txBody>
      </p:sp>
    </p:spTree>
    <p:extLst>
      <p:ext uri="{BB962C8B-B14F-4D97-AF65-F5344CB8AC3E}">
        <p14:creationId xmlns:p14="http://schemas.microsoft.com/office/powerpoint/2010/main" val="2032450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E5E77-82B7-4254-8C1D-068C5F9D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3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Repeated content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32875-1A1B-41DA-80E1-3C8E5FC0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Read each condition before substituting values.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E161C-61C0-4026-846E-9F381E99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Read each condition before substituting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10EBD-4D0C-4D2C-BA1A-36D99829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0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14:m xmlns:a14="http://schemas.microsoft.com/office/drawing/2010/main">
              <m:oMath xmlns:m="http://schemas.openxmlformats.org/officeDocument/2006/math" xmlns:w="http://schemas.openxmlformats.org/wordprocessingml/2006/main" xmlns:r="http://schemas.openxmlformats.org/officeDocument/2006/relationships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<m:r>
                  <a:rPr sz="3000"/>
                  <m:t>r</m:t>
                </m:r>
                <m:r>
                  <a:rPr sz="3000"/>
                  <m:rPr>
                    <m:sty m:val="p"/>
                  </m:rPr>
                  <m:t>=</m:t>
                </m:r>
                <m:rad>
                  <m:radPr>
                    <m:degHide m:val="on"/>
                  </m:radPr>
                  <m:deg/>
                  <m:e>
                    <m:sSup>
                      <m:e>
                        <m:r>
                          <a:rPr sz="3000"/>
                          <m:t>x</m:t>
                        </m:r>
                      </m:e>
                      <m:sup>
                        <m:r>
                          <a:rPr sz="3000"/>
                          <m:t>2</m:t>
                        </m:r>
                      </m:sup>
                    </m:sSup>
                    <m:r>
                      <a:rPr sz="3000"/>
                      <m:rPr>
                        <m:sty m:val="p"/>
                      </m:rPr>
                      <m:t>+</m:t>
                    </m:r>
                    <m:r>
                      <a:rPr sz="3000"/>
                      <m:t>1</m:t>
                    </m:r>
                  </m:e>
                </m:rad>
              </m:oMath>
            </a14:m>
          </a:p>
        </p:txBody>
      </p:sp>
    </p:spTree>
    <p:extLst>
      <p:ext uri="{BB962C8B-B14F-4D97-AF65-F5344CB8AC3E}">
        <p14:creationId xmlns:p14="http://schemas.microsoft.com/office/powerpoint/2010/main" val="3641340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7DDEB-7900-4912-AEA0-7312A695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3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Input and output values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6BC2B-A12A-4B92-908B-9A526A29D9B0}"/>
              </a:ext>
            </a:extLst>
          </p:cNvPr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7632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000375"/>
                <a:gridCol w="3000375"/>
              </a:tblGrid>
              <a:tr h="1016000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Case</a:t>
                      </a:r>
                    </a:p>
                  </a:txBody>
                  <a:tcPr marL="133350" marR="133350" marT="114300" marB="1143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Input x</a:t>
                      </a:r>
                    </a:p>
                  </a:txBody>
                  <a:tcPr marL="133350" marR="133350" marT="114300" marB="1143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Output y</a:t>
                      </a:r>
                    </a:p>
                  </a:txBody>
                  <a:tcPr marL="133350" marR="133350" marT="114300" marB="114300">
                    <a:solidFill>
                      <a:srgbClr val="DCE6F1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133350" marR="133350" marT="114300" marB="114300"/>
                </a:tc>
              </a:tr>
              <a:tr h="1016000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133350" marR="133350" marT="114300" marB="114300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3D8B7-8BC0-457B-AD61-65C04D67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Table 1 records invented values for the same equation.</a:t>
            </a:r>
          </a:p>
        </p:txBody>
      </p:sp>
    </p:spTree>
    <p:extLst>
      <p:ext uri="{BB962C8B-B14F-4D97-AF65-F5344CB8AC3E}">
        <p14:creationId xmlns:p14="http://schemas.microsoft.com/office/powerpoint/2010/main" val="11402343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E20DC-3B87-4132-BB3F-8F9DF17A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3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Merged sample labels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20C6C-DEE5-4DAE-B258-EC71413442B5}"/>
              </a:ext>
            </a:extLst>
          </p:cNvPr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7632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000375"/>
                <a:gridCol w="3000375"/>
              </a:tblGrid>
              <a:tr h="1016000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Sample</a:t>
                      </a:r>
                    </a:p>
                  </a:txBody>
                  <a:tcPr marL="133350" marR="133350" marT="114300" marB="1143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Trial</a:t>
                      </a:r>
                    </a:p>
                  </a:txBody>
                  <a:tcPr marL="133350" marR="133350" marT="114300" marB="1143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Value</a:t>
                      </a:r>
                    </a:p>
                  </a:txBody>
                  <a:tcPr marL="133350" marR="133350" marT="114300" marB="114300">
                    <a:solidFill>
                      <a:srgbClr val="DCE6F1"/>
                    </a:solidFill>
                  </a:tcPr>
                </a:tc>
              </a:tr>
              <a:tr h="1016000">
                <a:tc rowSpan="2"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Sample A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0.25</a:t>
                      </a:r>
                    </a:p>
                  </a:txBody>
                  <a:tcPr marL="133350" marR="133350" marT="114300" marB="114300"/>
                </a:tc>
              </a:tr>
              <a:tr h="1016000">
                <a:tc vMerge="1"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0.75</a:t>
                      </a:r>
                    </a:p>
                  </a:txBody>
                  <a:tcPr marL="133350" marR="133350" marT="114300" marB="114300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15D29-7F97-422A-8BA9-1A759085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Sample A applies to both trials.</a:t>
            </a:r>
          </a:p>
        </p:txBody>
      </p:sp>
    </p:spTree>
    <p:extLst>
      <p:ext uri="{BB962C8B-B14F-4D97-AF65-F5344CB8AC3E}">
        <p14:creationId xmlns:p14="http://schemas.microsoft.com/office/powerpoint/2010/main" val="20808005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35170-7E85-40B0-9077-67DA6F5A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3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Ordered steps in columns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65027-18C9-4114-BEF6-66B6DC37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Substitute the value.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EC766-D7A6-44E6-A3A5-E4272AA8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4. Check the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97D1B-ACAE-471A-8940-733F90B1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Read the condition.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F56E6-FBA0-4DCF-A0A3-8460CF83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Choose the equation.</a:t>
            </a:r>
          </a:p>
        </p:txBody>
      </p:sp>
    </p:spTree>
    <p:extLst>
      <p:ext uri="{BB962C8B-B14F-4D97-AF65-F5344CB8AC3E}">
        <p14:creationId xmlns:p14="http://schemas.microsoft.com/office/powerpoint/2010/main" val="64869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CB1B2-CFED-4A75-8B2F-84E2CCB2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3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Pictured equation and explanation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0B06D-4832-465A-B41E-A7D81A2361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549c3345448e9"/>
          <a:stretch xmlns:a="http://schemas.openxmlformats.org/drawingml/2006/main"/>
        </p:blipFill>
        <p:spPr>
          <a:xfrm xmlns:a="http://schemas.openxmlformats.org/drawingml/2006/main">
            <a:off x="2024903" y="1809750"/>
            <a:ext cx="3227294" cy="1714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D79EE-3113-43AF-A049-FC44C139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Figure 1 defines s using a minus b over 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6685A-9501-42BB-BFFC-99DC50E1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Reversing a and b changes the sign of s.</a:t>
            </a:r>
          </a:p>
        </p:txBody>
      </p:sp>
    </p:spTree>
    <p:extLst>
      <p:ext uri="{BB962C8B-B14F-4D97-AF65-F5344CB8AC3E}">
        <p14:creationId xmlns:p14="http://schemas.microsoft.com/office/powerpoint/2010/main" val="54886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2026-10-10T21:02:30.7790000Z</dcterms:created>
  <dcterms:modified xsi:type="dcterms:W3CDTF">2026-10-10T21:02:30.7790000Z</dcterms:modified>
</coreProperties>
</file>